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5521"/>
  </p:normalViewPr>
  <p:slideViewPr>
    <p:cSldViewPr snapToGrid="0" snapToObjects="1">
      <p:cViewPr varScale="1">
        <p:scale>
          <a:sx d="100" n="136"/>
          <a:sy d="100" n="136"/>
        </p:scale>
        <p:origin x="138" y="17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DC59E100-F6DB-7828-499C-2DCE39B1D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99179"/>
            <a:ext cx="5080673" cy="2603920"/>
          </a:xfrm>
          <a:custGeom>
            <a:avLst/>
            <a:gdLst>
              <a:gd name="connsiteX0" fmla="*/ 5080673 w 5080673"/>
              <a:gd name="connsiteY0" fmla="*/ 0 h 2603920"/>
              <a:gd name="connsiteX1" fmla="*/ 4481166 w 5080673"/>
              <a:gd name="connsiteY1" fmla="*/ 2603920 h 2603920"/>
              <a:gd name="connsiteX2" fmla="*/ 0 w 5080673"/>
              <a:gd name="connsiteY2" fmla="*/ 2603920 h 2603920"/>
              <a:gd name="connsiteX3" fmla="*/ 0 w 5080673"/>
              <a:gd name="connsiteY3" fmla="*/ 0 h 2603920"/>
              <a:gd name="connsiteX4" fmla="*/ 5080673 w 5080673"/>
              <a:gd name="connsiteY4" fmla="*/ 0 h 260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0673" h="2603920">
                <a:moveTo>
                  <a:pt x="5080673" y="0"/>
                </a:moveTo>
                <a:lnTo>
                  <a:pt x="4481166" y="2603920"/>
                </a:lnTo>
                <a:lnTo>
                  <a:pt x="0" y="2603920"/>
                </a:lnTo>
                <a:lnTo>
                  <a:pt x="0" y="0"/>
                </a:lnTo>
                <a:lnTo>
                  <a:pt x="50806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Jean Golding Institute, University of Bristol">
            <a:extLst>
              <a:ext uri="{FF2B5EF4-FFF2-40B4-BE49-F238E27FC236}">
                <a16:creationId xmlns:a16="http://schemas.microsoft.com/office/drawing/2014/main" id="{D49A7196-5BBC-0ECE-4A3A-E3ACC89BE3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50814" y="345383"/>
            <a:ext cx="1567524" cy="6483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1203265"/>
            <a:ext cx="4675200" cy="1239897"/>
          </a:xfrm>
        </p:spPr>
        <p:txBody>
          <a:bodyPr anchor="ctr"/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600" y="2464862"/>
            <a:ext cx="4476726" cy="693211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1599" y="3179773"/>
            <a:ext cx="4370399" cy="20955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00" y="959796"/>
            <a:ext cx="8740800" cy="36192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 descr="Jean Golding Institute, University of Bristol">
            <a:extLst>
              <a:ext uri="{FF2B5EF4-FFF2-40B4-BE49-F238E27FC236}">
                <a16:creationId xmlns:a16="http://schemas.microsoft.com/office/drawing/2014/main" id="{FE28C1DB-F305-64F0-0E19-26CC50D5D7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tabLst>
                <a:tab pos="538163" algn="l"/>
              </a:tabLst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411" y="959797"/>
            <a:ext cx="4283389" cy="36348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59797"/>
            <a:ext cx="4294200" cy="363482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C734E33-D4C2-B2C0-64DF-0776C63D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 descr="Jean Golding Institute, University of Bristol">
            <a:extLst>
              <a:ext uri="{FF2B5EF4-FFF2-40B4-BE49-F238E27FC236}">
                <a16:creationId xmlns:a16="http://schemas.microsoft.com/office/drawing/2014/main" id="{41968ECB-3636-687F-8F23-2B72454A5C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600" y="978693"/>
            <a:ext cx="42957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600" y="1458515"/>
            <a:ext cx="4295788" cy="313610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78693"/>
            <a:ext cx="42957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458515"/>
            <a:ext cx="4295788" cy="313610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CB0FB16-3994-A968-CB57-9C765B86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Graphic 16" descr="Jean Golding Institute, University of Bristol">
            <a:extLst>
              <a:ext uri="{FF2B5EF4-FFF2-40B4-BE49-F238E27FC236}">
                <a16:creationId xmlns:a16="http://schemas.microsoft.com/office/drawing/2014/main" id="{EBC68888-2F06-69F1-5C29-75491D45E1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4787"/>
            <a:ext cx="5579999" cy="641546"/>
          </a:xfrm>
        </p:spPr>
        <p:txBody>
          <a:bodyPr anchor="ctr">
            <a:noAutofit/>
          </a:bodyPr>
          <a:lstStyle>
            <a:lvl1pPr algn="l">
              <a:defRPr sz="2800" b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49" y="959796"/>
            <a:ext cx="5367349" cy="363482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01" y="959796"/>
            <a:ext cx="3263914" cy="363482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02267A7-CC34-7482-C744-2AB8C2C4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 descr="Jean Golding Institute, University of Bristol">
            <a:extLst>
              <a:ext uri="{FF2B5EF4-FFF2-40B4-BE49-F238E27FC236}">
                <a16:creationId xmlns:a16="http://schemas.microsoft.com/office/drawing/2014/main" id="{2E2B4D5F-FC26-40C1-273C-8A4B81A04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EC19EDE-155E-753A-195E-83B32E5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1416996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Jean Golding Institute, University of Bristol">
            <a:extLst>
              <a:ext uri="{FF2B5EF4-FFF2-40B4-BE49-F238E27FC236}">
                <a16:creationId xmlns:a16="http://schemas.microsoft.com/office/drawing/2014/main" id="{6C205319-7447-3760-7C6B-45A03090BA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54502" y="4636036"/>
            <a:ext cx="975121" cy="4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13" y="1166923"/>
            <a:ext cx="5038282" cy="2809654"/>
          </a:xfrm>
        </p:spPr>
        <p:txBody>
          <a:bodyPr anchor="ctr">
            <a:normAutofit/>
          </a:bodyPr>
          <a:lstStyle>
            <a:lvl1pPr algn="l">
              <a:defRPr sz="28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113" y="195291"/>
            <a:ext cx="5038282" cy="971632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600" y="205979"/>
            <a:ext cx="5580000" cy="62308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01600" y="1200151"/>
            <a:ext cx="87408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201600" y="4767263"/>
            <a:ext cx="23892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2743200" y="4767263"/>
            <a:ext cx="3657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3892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4" r:id="rId6"/>
    <p:sldLayoutId id="2147483655" r:id="rId7"/>
    <p:sldLayoutId id="2147483651" r:id="rId8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4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93/synbio/ysae010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00" y="1203265"/>
            <a:ext cx="4675200" cy="123989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01600" y="2464862"/>
            <a:ext cx="4476726" cy="693211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201599" y="3179773"/>
            <a:ext cx="4370399" cy="2095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2025-11-21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set up variables:</a:t>
                </a:r>
              </a:p>
              <a:p>
                <a:pPr lvl="1" indent="0">
                  <a:buNone/>
                </a:pPr>
                <a:r>
                  <a:rPr>
                    <a:latin typeface="Courier"/>
                  </a:rPr>
                  <a:t>a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b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a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</a:p>
              <a:p>
                <a:pPr lvl="0"/>
                <a:r>
                  <a:rPr/>
                  <a:t>In this example: a = 1 and b = 2, or if you want to use math text: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Math text can also be used for full equations:</a:t>
                </a:r>
              </a:p>
              <a:p>
                <a:pPr lvl="1" indent="0" marL="3429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13" y="1166923"/>
            <a:ext cx="5038282" cy="2809654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Working with iris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4787"/>
            <a:ext cx="5579999" cy="64154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About the 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now use the </a:t>
            </a:r>
            <a:r>
              <a:rPr>
                <a:latin typeface="Courier"/>
              </a:rPr>
              <a:t>iris</a:t>
            </a:r>
            <a:r>
              <a:rPr/>
              <a:t> dataset: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952500"/>
          <a:ext cx="53594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/>
                <a:gridCol w="889000"/>
                <a:gridCol w="889000"/>
                <a:gridCol w="889000"/>
                <a:gridCol w="889000"/>
                <a:gridCol w="889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setosa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setosa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setosa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setosa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setosa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4787"/>
            <a:ext cx="5579999" cy="64154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Scatter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full dataset is plotted here:</a:t>
            </a:r>
          </a:p>
        </p:txBody>
      </p:sp>
      <p:pic>
        <p:nvPicPr>
          <p:cNvPr descr="template-presentation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359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Distributions</a:t>
            </a:r>
          </a:p>
        </p:txBody>
      </p:sp>
      <p:pic>
        <p:nvPicPr>
          <p:cNvPr descr="template-presentation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" y="1117600"/>
            <a:ext cx="42799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203200" y="4076700"/>
            <a:ext cx="4279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sepal length</a:t>
            </a:r>
          </a:p>
        </p:txBody>
      </p:sp>
      <p:pic>
        <p:nvPicPr>
          <p:cNvPr descr="template-presentation_files/figure-pptx/cell-7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079500"/>
            <a:ext cx="42926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292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sepal width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00" y="204787"/>
            <a:ext cx="5579999" cy="64154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have some references (Zelenka et al. 2024).</a:t>
            </a:r>
          </a:p>
          <a:p>
            <a:pPr lvl="0" indent="0" marL="0">
              <a:buNone/>
            </a:pPr>
            <a:r>
              <a:rPr/>
              <a:t>And the JGI logo:</a:t>
            </a:r>
          </a:p>
        </p:txBody>
      </p:sp>
      <p:pic>
        <p:nvPicPr>
          <p:cNvPr descr="example_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45000" y="952500"/>
            <a:ext cx="3594100" cy="363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Zelenka, Natalie R, Nina Di Cara, Kieren Sharma, Seeralan Sarvaharman, Jasdeep S Ghataora, Fabio Parmeggiani, Jeff Nivala, Zahraa S Abdallah, Lucia Marucci, and Thomas E Gorochowski. 2024. “Data hazards in synthetic biology.” </a:t>
            </a:r>
            <a:r>
              <a:rPr i="1"/>
              <a:t>Synthetic Biology</a:t>
            </a:r>
            <a:r>
              <a:rPr/>
              <a:t>, June, ysae010. </a:t>
            </a:r>
            <a:r>
              <a:rPr>
                <a:hlinkClick r:id="rId2"/>
              </a:rPr>
              <a:t>https://doi.org/10.1093/synbio/ysae010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JGI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1239A"/>
      </a:accent1>
      <a:accent2>
        <a:srgbClr val="BED600"/>
      </a:accent2>
      <a:accent3>
        <a:srgbClr val="00C0B5"/>
      </a:accent3>
      <a:accent4>
        <a:srgbClr val="EE7219"/>
      </a:accent4>
      <a:accent5>
        <a:srgbClr val="0CC6DE"/>
      </a:accent5>
      <a:accent6>
        <a:srgbClr val="772059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</Words>
  <Application>Microsoft Office PowerPoint</Application>
  <PresentationFormat>On-screen Show (16:9)</PresentationFormat>
  <Paragraphs>10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Your name</dc:creator>
  <cp:keywords/>
  <dcterms:created xsi:type="dcterms:W3CDTF">2025-11-21T18:42:44Z</dcterms:created>
  <dcterms:modified xsi:type="dcterms:W3CDTF">2025-11-21T18:42:44Z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example_references.bib</vt:lpwstr>
  </property>
  <property fmtid="{D5CDD505-2E9C-101B-9397-08002B2CF9AE}" pid="5" name="by-author">
    <vt:lpwstr/>
  </property>
  <property fmtid="{D5CDD505-2E9C-101B-9397-08002B2CF9AE}" pid="6" name="date">
    <vt:lpwstr>2025-11-21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revealjs-plugins">
    <vt:lpwstr/>
  </property>
  <property fmtid="{D5CDD505-2E9C-101B-9397-08002B2CF9AE}" pid="12" name="toc-title">
    <vt:lpwstr>Table of contents</vt:lpwstr>
  </property>
</Properties>
</file>