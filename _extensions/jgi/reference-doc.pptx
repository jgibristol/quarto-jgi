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5521" autoAdjust="0"/>
  </p:normalViewPr>
  <p:slideViewPr>
    <p:cSldViewPr snapToGrid="0" snapToObjects="1">
      <p:cViewPr varScale="1">
        <p:scale>
          <a:sx n="136" d="100"/>
          <a:sy n="136" d="100"/>
        </p:scale>
        <p:origin x="138" y="17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DC59E100-F6DB-7828-499C-2DCE39B1D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99179"/>
            <a:ext cx="5080673" cy="2603920"/>
          </a:xfrm>
          <a:custGeom>
            <a:avLst/>
            <a:gdLst>
              <a:gd name="connsiteX0" fmla="*/ 5080673 w 5080673"/>
              <a:gd name="connsiteY0" fmla="*/ 0 h 2603920"/>
              <a:gd name="connsiteX1" fmla="*/ 4481166 w 5080673"/>
              <a:gd name="connsiteY1" fmla="*/ 2603920 h 2603920"/>
              <a:gd name="connsiteX2" fmla="*/ 0 w 5080673"/>
              <a:gd name="connsiteY2" fmla="*/ 2603920 h 2603920"/>
              <a:gd name="connsiteX3" fmla="*/ 0 w 5080673"/>
              <a:gd name="connsiteY3" fmla="*/ 0 h 2603920"/>
              <a:gd name="connsiteX4" fmla="*/ 5080673 w 5080673"/>
              <a:gd name="connsiteY4" fmla="*/ 0 h 260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0673" h="2603920">
                <a:moveTo>
                  <a:pt x="5080673" y="0"/>
                </a:moveTo>
                <a:lnTo>
                  <a:pt x="4481166" y="2603920"/>
                </a:lnTo>
                <a:lnTo>
                  <a:pt x="0" y="2603920"/>
                </a:lnTo>
                <a:lnTo>
                  <a:pt x="0" y="0"/>
                </a:lnTo>
                <a:lnTo>
                  <a:pt x="50806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Jean Golding Institute, University of Bristol">
            <a:extLst>
              <a:ext uri="{FF2B5EF4-FFF2-40B4-BE49-F238E27FC236}">
                <a16:creationId xmlns:a16="http://schemas.microsoft.com/office/drawing/2014/main" id="{D49A7196-5BBC-0ECE-4A3A-E3ACC89BE3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50814" y="345383"/>
            <a:ext cx="1567524" cy="6483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00" y="1203265"/>
            <a:ext cx="4675200" cy="1239897"/>
          </a:xfrm>
        </p:spPr>
        <p:txBody>
          <a:bodyPr anchor="ctr"/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600" y="2464862"/>
            <a:ext cx="4476726" cy="693211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1599" y="3179773"/>
            <a:ext cx="4370399" cy="20955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600" y="959796"/>
            <a:ext cx="8740800" cy="36192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1416996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 descr="Jean Golding Institute, University of Bristol">
            <a:extLst>
              <a:ext uri="{FF2B5EF4-FFF2-40B4-BE49-F238E27FC236}">
                <a16:creationId xmlns:a16="http://schemas.microsoft.com/office/drawing/2014/main" id="{FE28C1DB-F305-64F0-0E19-26CC50D5D7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54502" y="4636036"/>
            <a:ext cx="975121" cy="4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tabLst>
                <a:tab pos="538163" algn="l"/>
              </a:tabLst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411" y="959797"/>
            <a:ext cx="4283389" cy="363482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59797"/>
            <a:ext cx="4294200" cy="363482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C734E33-D4C2-B2C0-64DF-0776C63D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1416996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 descr="Jean Golding Institute, University of Bristol">
            <a:extLst>
              <a:ext uri="{FF2B5EF4-FFF2-40B4-BE49-F238E27FC236}">
                <a16:creationId xmlns:a16="http://schemas.microsoft.com/office/drawing/2014/main" id="{41968ECB-3636-687F-8F23-2B72454A5C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54502" y="4636036"/>
            <a:ext cx="975121" cy="4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600" y="978693"/>
            <a:ext cx="42957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600" y="1458515"/>
            <a:ext cx="4295788" cy="313610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978693"/>
            <a:ext cx="42957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458515"/>
            <a:ext cx="4295788" cy="313610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CB0FB16-3994-A968-CB57-9C765B86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1416996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Graphic 16" descr="Jean Golding Institute, University of Bristol">
            <a:extLst>
              <a:ext uri="{FF2B5EF4-FFF2-40B4-BE49-F238E27FC236}">
                <a16:creationId xmlns:a16="http://schemas.microsoft.com/office/drawing/2014/main" id="{EBC68888-2F06-69F1-5C29-75491D45E1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54502" y="4636036"/>
            <a:ext cx="975121" cy="4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00" y="204787"/>
            <a:ext cx="5579999" cy="641546"/>
          </a:xfrm>
        </p:spPr>
        <p:txBody>
          <a:bodyPr anchor="ctr">
            <a:noAutofit/>
          </a:bodyPr>
          <a:lstStyle>
            <a:lvl1pPr algn="l">
              <a:defRPr sz="2800" b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49" y="959796"/>
            <a:ext cx="5367349" cy="363482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601" y="959796"/>
            <a:ext cx="3263914" cy="363482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02267A7-CC34-7482-C744-2AB8C2C4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1416996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 descr="Jean Golding Institute, University of Bristol">
            <a:extLst>
              <a:ext uri="{FF2B5EF4-FFF2-40B4-BE49-F238E27FC236}">
                <a16:creationId xmlns:a16="http://schemas.microsoft.com/office/drawing/2014/main" id="{2E2B4D5F-FC26-40C1-273C-8A4B81A049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54502" y="4636036"/>
            <a:ext cx="975121" cy="4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EC19EDE-155E-753A-195E-83B32E55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1416996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Jean Golding Institute, University of Bristol">
            <a:extLst>
              <a:ext uri="{FF2B5EF4-FFF2-40B4-BE49-F238E27FC236}">
                <a16:creationId xmlns:a16="http://schemas.microsoft.com/office/drawing/2014/main" id="{6C205319-7447-3760-7C6B-45A03090BA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54502" y="4636036"/>
            <a:ext cx="975121" cy="4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13" y="1166923"/>
            <a:ext cx="5038282" cy="2809654"/>
          </a:xfrm>
        </p:spPr>
        <p:txBody>
          <a:bodyPr anchor="ctr">
            <a:normAutofit/>
          </a:bodyPr>
          <a:lstStyle>
            <a:lvl1pPr algn="l">
              <a:defRPr sz="28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113" y="195291"/>
            <a:ext cx="5038282" cy="971632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600" y="205979"/>
            <a:ext cx="5580000" cy="623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600" y="1200151"/>
            <a:ext cx="87408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600" y="4767263"/>
            <a:ext cx="2389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4767263"/>
            <a:ext cx="3657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389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6" r:id="rId5"/>
    <p:sldLayoutId id="2147483654" r:id="rId6"/>
    <p:sldLayoutId id="2147483655" r:id="rId7"/>
    <p:sldLayoutId id="2147483651" r:id="rId8"/>
  </p:sldLayoutIdLst>
  <p:txStyles>
    <p:titleStyle>
      <a:lvl1pPr algn="l" defTabSz="342900" rtl="0" eaLnBrk="1" latinLnBrk="0" hangingPunct="1">
        <a:spcBef>
          <a:spcPct val="0"/>
        </a:spcBef>
        <a:buNone/>
        <a:defRPr sz="28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00" y="1203265"/>
            <a:ext cx="4675200" cy="123989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600" y="2464862"/>
            <a:ext cx="4476726" cy="693211"/>
          </a:xfrm>
        </p:spPr>
        <p:txBody>
          <a:bodyPr/>
          <a:lstStyle/>
          <a:p>
            <a:r>
              <a:rPr lang="en-US"/>
              <a:t>Presentation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00" y="205979"/>
            <a:ext cx="5580000" cy="623085"/>
          </a:xfrm>
        </p:spPr>
        <p:txBody>
          <a:bodyPr/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600" y="959796"/>
            <a:ext cx="8740800" cy="3619243"/>
          </a:xfrm>
        </p:spPr>
        <p:txBody>
          <a:bodyPr/>
          <a:lstStyle/>
          <a:p>
            <a:r>
              <a:rPr lang="en-US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13" y="1166923"/>
            <a:ext cx="5038282" cy="2809654"/>
          </a:xfrm>
        </p:spPr>
        <p:txBody>
          <a:bodyPr/>
          <a:lstStyle/>
          <a:p>
            <a:r>
              <a:rPr lang="en-US"/>
              <a:t>Section header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B703B5-FBA4-7031-3EAE-C1C2ACC82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1600" y="205979"/>
            <a:ext cx="5580000" cy="623085"/>
          </a:xfrm>
        </p:spPr>
        <p:txBody>
          <a:bodyPr/>
          <a:lstStyle/>
          <a:p>
            <a:r>
              <a:rPr lang="en-US"/>
              <a:t>Slide Title for Two-Content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12411" y="959797"/>
            <a:ext cx="4283389" cy="3634826"/>
          </a:xfrm>
        </p:spPr>
        <p:txBody>
          <a:bodyPr/>
          <a:lstStyle/>
          <a:p>
            <a:r>
              <a:rPr lang="en-US"/>
              <a:t>Some content on the left.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959797"/>
            <a:ext cx="4294200" cy="3634826"/>
          </a:xfrm>
        </p:spPr>
        <p:txBody>
          <a:bodyPr/>
          <a:lstStyle/>
          <a:p>
            <a:r>
              <a:rPr lang="en-US"/>
              <a:t>Some content on the right.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GI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1239A"/>
      </a:accent1>
      <a:accent2>
        <a:srgbClr val="BED600"/>
      </a:accent2>
      <a:accent3>
        <a:srgbClr val="00C0B5"/>
      </a:accent3>
      <a:accent4>
        <a:srgbClr val="EE7219"/>
      </a:accent4>
      <a:accent5>
        <a:srgbClr val="0CC6DE"/>
      </a:accent5>
      <a:accent6>
        <a:srgbClr val="772059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</Words>
  <Application>Microsoft Office PowerPoint</Application>
  <PresentationFormat>On-screen Show (16:9)</PresentationFormat>
  <Paragraphs>10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/>
  <cp:lastModifiedBy>James Thomas</cp:lastModifiedBy>
  <cp:revision>16</cp:revision>
  <dcterms:created xsi:type="dcterms:W3CDTF">2017-06-05T14:10:58Z</dcterms:created>
  <dcterms:modified xsi:type="dcterms:W3CDTF">2025-11-21T18:19:28Z</dcterms:modified>
</cp:coreProperties>
</file>